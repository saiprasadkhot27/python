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7F491-4C6D-4A15-93B9-26F6C04ABB9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95536" y="1628800"/>
            <a:ext cx="853418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the natural numbers up to n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even numbers up to n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odd numbers up to n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that prints  1 2 4 8 16 32 … n</a:t>
            </a:r>
            <a:r>
              <a:rPr kumimoji="0" lang="en-US" sz="2400" b="1" i="0" u="none" strike="noStrike" cap="none" normalizeH="0" baseline="3000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sum the given sequence</a:t>
            </a: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 + 1/ 1! + 1/ 2! + 1/3! + ….  + 1/n!</a:t>
            </a: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CEA5D-6184-F68B-06D7-4095282B57AC}"/>
              </a:ext>
            </a:extLst>
          </p:cNvPr>
          <p:cNvSpPr txBox="1">
            <a:spLocks/>
          </p:cNvSpPr>
          <p:nvPr/>
        </p:nvSpPr>
        <p:spPr>
          <a:xfrm>
            <a:off x="1857356" y="285728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39552" y="1268760"/>
            <a:ext cx="8064896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Write a PYTHON program to compute the cosine series</a:t>
            </a: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cos(x) = 1 –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2! +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4! –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6! + …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n!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Write a short PYTHON program to check weather the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square root of number is prime or  not.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Write a PYTHON program to produce following design</a:t>
            </a: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B C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B C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B C </a:t>
            </a:r>
          </a:p>
          <a:p>
            <a:pPr algn="just"/>
            <a:endParaRPr kumimoji="0" lang="pt-BR" sz="2400" b="1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sz="2400" b="1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1FA05-7FAD-C680-DED1-DF3C4F845553}"/>
              </a:ext>
            </a:extLst>
          </p:cNvPr>
          <p:cNvSpPr txBox="1">
            <a:spLocks/>
          </p:cNvSpPr>
          <p:nvPr/>
        </p:nvSpPr>
        <p:spPr>
          <a:xfrm>
            <a:off x="1547664" y="105422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694207" y="907158"/>
            <a:ext cx="8064896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9.  Write a PYTHON program to produce following design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 C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 C D 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 C D E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If user enters n value as 5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10. Write a PYTHON program to produce following design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 C D E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 C D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 C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                     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(If user enters n value as 5)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1FA05-7FAD-C680-DED1-DF3C4F845553}"/>
              </a:ext>
            </a:extLst>
          </p:cNvPr>
          <p:cNvSpPr txBox="1">
            <a:spLocks/>
          </p:cNvSpPr>
          <p:nvPr/>
        </p:nvSpPr>
        <p:spPr>
          <a:xfrm>
            <a:off x="1547664" y="105422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3752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39552" y="856357"/>
            <a:ext cx="8352928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Write a PYTHON program to produce following 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1 2 3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1 2 3 4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1 2 3 4 5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user enters n value as 5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Write a PYTHON program to produce following design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2 2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3 3 3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4 4 4 4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5 5 5 5 5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user enters n value as 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1F12A-9844-AC72-9AAE-B65FB691B977}"/>
              </a:ext>
            </a:extLst>
          </p:cNvPr>
          <p:cNvSpPr txBox="1">
            <a:spLocks/>
          </p:cNvSpPr>
          <p:nvPr/>
        </p:nvSpPr>
        <p:spPr>
          <a:xfrm>
            <a:off x="1393009" y="34482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338</Words>
  <Application>Microsoft Office PowerPoint</Application>
  <PresentationFormat>On-screen Show (4:3)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Sonali</dc:creator>
  <cp:lastModifiedBy>NAK user01</cp:lastModifiedBy>
  <cp:revision>1</cp:revision>
  <dcterms:created xsi:type="dcterms:W3CDTF">2026-07-24T08:55:46Z</dcterms:created>
  <dcterms:modified xsi:type="dcterms:W3CDTF">2026-08-06T06:16:16Z</dcterms:modified>
</cp:coreProperties>
</file>